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2" r:id="rId2"/>
    <p:sldId id="270" r:id="rId3"/>
    <p:sldId id="271" r:id="rId4"/>
    <p:sldId id="268" r:id="rId5"/>
    <p:sldId id="273" r:id="rId6"/>
    <p:sldId id="274" r:id="rId7"/>
    <p:sldId id="269" r:id="rId8"/>
    <p:sldId id="275" r:id="rId9"/>
    <p:sldId id="27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62"/>
  </p:normalViewPr>
  <p:slideViewPr>
    <p:cSldViewPr snapToGrid="0" snapToObjects="1">
      <p:cViewPr varScale="1">
        <p:scale>
          <a:sx n="104" d="100"/>
          <a:sy n="104" d="100"/>
        </p:scale>
        <p:origin x="167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FC0D-CAC2-7205-3104-03163483B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BBEF3F-AF07-BCF9-3128-10F2EEACF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62CA0-2F6D-DE52-0E85-D8C1A8894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622EF-A774-4F2E-719E-4CA314575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983AD-1F06-A5C8-7B51-EEFF4E053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527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11AF9-3B88-3FB9-6ACE-F248B0565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AAD54-6302-6B87-D35E-45969A448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A9909-A196-49F1-17DC-70919DDF2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581D1-E56A-C98B-E8C9-1501DFDB4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CC214-A2A2-C595-63BD-D8C8F493E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22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C5432-186C-99CD-1AA8-F71E7F987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0375C-ABE1-E726-F925-E3A683849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A6E3A-C5EB-44AE-EAAB-5A5B70BDF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B08C0-5A71-8BA2-6089-735D8E9CE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70413-928C-96D7-E3F6-F006600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95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3D7E7-5765-8432-5317-6192E1903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438BC-B460-88AE-260A-9CA797498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26014-B230-56CD-C41E-D4BF861BE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D44A7-67DD-B7A6-25EE-CF1DD813D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98324-3371-273A-BDAD-4E6CE21CB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2F543-9034-8A6B-2C59-19152E3C4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18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C140C-99C3-4EAB-E390-80913E5B6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C36B5-7FC6-7143-CF22-26AE43FAE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A14CF-8749-7966-1587-DBBB32E6A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CDABDD-0DB3-F9F1-7A5E-2CE2A7FF0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25EF2-D7C6-5CF3-EA93-5BFD895D99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27F9D1-A7D5-8F0C-B79A-41B2387EE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9DEB5-F7C3-EBDF-54A6-4AB6C3959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6561AF-E418-2A9B-D3D3-0009F2B4D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071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AEBE-A790-EB0A-33F4-45116BF0A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221ED4-FB2F-A4CA-AD65-9F4D213CD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406E4F-6737-BC46-8A1E-7C7D0E6BB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6B07A-F243-1AF5-E2CA-A2B0C7E1F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3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AC953B-14F6-271C-E70D-385E638FE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9A1805-C22B-9873-1E7D-50541E8E2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977F9-7DF0-E677-940D-0841B1E79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33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8B6E-DB23-7E02-FECE-AE372899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84732-8165-B68F-4787-FFA722341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1854FF-81DD-FC7A-45BD-7B15A400E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22828-E60C-894E-C268-C83F6BBDB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DDBD8-7BC0-8897-AFE1-E8C10644D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7AB16-94CB-D2F1-ABD3-CCD141FA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8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45D4F-BCE8-94E6-CEEC-F78287146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05F2F7-B025-5A42-67CF-A8E03FD803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6A2C8-FC46-5D8A-E793-18EB7CF5E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CF1E57-7004-6BE4-95F8-06999F69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4B125-8B78-B445-81F3-1B1112F89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53941-6B2A-6906-F134-6B6C56A0C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5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140EA-ABE7-3478-191B-7E8E6A73D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1CEC70-1064-BE80-0702-588FA2FF3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F44D2-046B-33B3-5509-E4358A87C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540FD-D513-74FC-6CF3-382241667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39205-D4CB-348B-8471-BABECBD7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7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EDB0A2-1F2E-30B1-C85C-5D2388EC36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74CB82-8EBF-3C04-435D-D989F06B8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BC8E0-80F8-6A22-D5F6-0DE4B0B16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DF304-A31A-4586-A67A-C4B8855F0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C97CC-1272-9813-5BA7-20736FDC7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05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0FD6C6-A2DE-7FB2-1E41-62951417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D03B8-E76B-FE39-74EF-89CBA89BB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8123A-E1B9-E5BD-88C6-FBACD57F97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68EB8-1C1E-7816-BE2C-2CA9C9A94D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D080D-93AD-6D31-C971-3BAA6868EA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2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280F2A-B9E2-F1DC-A995-882A92631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057443"/>
            <a:ext cx="6858000" cy="2452773"/>
          </a:xfrm>
        </p:spPr>
        <p:txBody>
          <a:bodyPr/>
          <a:lstStyle/>
          <a:p>
            <a:r>
              <a:rPr lang="en-US" sz="4800" b="1" u="sng" dirty="0"/>
              <a:t>Forensic Chainguard</a:t>
            </a:r>
          </a:p>
          <a:p>
            <a:r>
              <a:rPr lang="en-US" sz="2400" b="1" dirty="0"/>
              <a:t>A Blockchain-Based Chain-of-Custody System</a:t>
            </a:r>
            <a:br>
              <a:rPr lang="en-US" sz="2400" b="1" dirty="0"/>
            </a:br>
            <a:r>
              <a:rPr lang="en-US" sz="2400" b="1" dirty="0"/>
              <a:t>Built on Hyperledger Fabric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C1AA25-271F-62A8-FB50-BAEA3420583F}"/>
              </a:ext>
            </a:extLst>
          </p:cNvPr>
          <p:cNvSpPr txBox="1"/>
          <p:nvPr/>
        </p:nvSpPr>
        <p:spPr>
          <a:xfrm>
            <a:off x="2471351" y="4510216"/>
            <a:ext cx="4547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Group No: 19</a:t>
            </a:r>
          </a:p>
        </p:txBody>
      </p:sp>
    </p:spTree>
    <p:extLst>
      <p:ext uri="{BB962C8B-B14F-4D97-AF65-F5344CB8AC3E}">
        <p14:creationId xmlns:p14="http://schemas.microsoft.com/office/powerpoint/2010/main" val="1050768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78139-4BBF-71E0-2A53-7F9518C67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31" y="118696"/>
            <a:ext cx="7886700" cy="968699"/>
          </a:xfrm>
        </p:spPr>
        <p:txBody>
          <a:bodyPr/>
          <a:lstStyle/>
          <a:p>
            <a:r>
              <a:rPr lang="en-IN" b="1" u="sng" dirty="0"/>
              <a:t>Team Members	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CE5401A-A8C4-44E5-25E7-3467EFE70F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9731" y="758618"/>
            <a:ext cx="850299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Kruthi Tirunagari -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Blockchain &amp; Security Specialist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Ashish Nadadur Chakravarthi -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Blockchain &amp; Smart Contract Developer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Shashank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Gadipally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Administrator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Sree Sai Harshitha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Nanjyala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400" b="1" dirty="0">
                <a:latin typeface="Arial" panose="020B0604020202020204" pitchFamily="34" charset="0"/>
              </a:rPr>
              <a:t>-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&amp; Smart Contract Developer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Sri Sai Chetana Reddy Janagan </a:t>
            </a:r>
            <a:r>
              <a:rPr lang="en-US" altLang="en-US" sz="2400" b="1" dirty="0">
                <a:latin typeface="Arial" panose="020B0604020202020204" pitchFamily="34" charset="0"/>
              </a:rPr>
              <a:t>-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&amp; Validation </a:t>
            </a:r>
          </a:p>
        </p:txBody>
      </p:sp>
    </p:spTree>
    <p:extLst>
      <p:ext uri="{BB962C8B-B14F-4D97-AF65-F5344CB8AC3E}">
        <p14:creationId xmlns:p14="http://schemas.microsoft.com/office/powerpoint/2010/main" val="1533020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84978-E32F-6F33-4B67-A9E846770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305" y="74141"/>
            <a:ext cx="7886700" cy="803189"/>
          </a:xfrm>
        </p:spPr>
        <p:txBody>
          <a:bodyPr>
            <a:normAutofit/>
          </a:bodyPr>
          <a:lstStyle/>
          <a:p>
            <a:r>
              <a:rPr lang="en-IN" sz="2800" b="1" u="sng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8548B-5C00-A8AA-6CE5-030CA7673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05" y="877330"/>
            <a:ext cx="8082864" cy="1396314"/>
          </a:xfrm>
        </p:spPr>
        <p:txBody>
          <a:bodyPr/>
          <a:lstStyle/>
          <a:p>
            <a:r>
              <a:rPr lang="en-US" dirty="0"/>
              <a:t>Build a </a:t>
            </a:r>
            <a:r>
              <a:rPr lang="en-US" b="1" dirty="0"/>
              <a:t>tamper-proof forensic evidence integrity system</a:t>
            </a:r>
            <a:r>
              <a:rPr lang="en-US" dirty="0"/>
              <a:t> using blockchain.</a:t>
            </a:r>
          </a:p>
          <a:p>
            <a:r>
              <a:rPr lang="en-US" dirty="0"/>
              <a:t>Ensure evidence authenticity from creation → check-in → transfer → removal.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4557E0-2E32-2C72-CD39-4F145E060409}"/>
              </a:ext>
            </a:extLst>
          </p:cNvPr>
          <p:cNvSpPr txBox="1">
            <a:spLocks/>
          </p:cNvSpPr>
          <p:nvPr/>
        </p:nvSpPr>
        <p:spPr>
          <a:xfrm>
            <a:off x="270305" y="2273644"/>
            <a:ext cx="7886700" cy="1191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u="sng" dirty="0"/>
              <a:t>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A59CC-A5B5-9201-292F-512A89498A82}"/>
              </a:ext>
            </a:extLst>
          </p:cNvPr>
          <p:cNvSpPr txBox="1"/>
          <p:nvPr/>
        </p:nvSpPr>
        <p:spPr>
          <a:xfrm>
            <a:off x="270305" y="3113903"/>
            <a:ext cx="8478279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Evidence must remain </a:t>
            </a:r>
            <a:r>
              <a:rPr lang="en-US" sz="2000" b="1" dirty="0"/>
              <a:t>unchanged</a:t>
            </a:r>
            <a:r>
              <a:rPr lang="en-US" sz="2000" dirty="0"/>
              <a:t>, traceable, and trustworthy. Even minor integrity issues can overturn cases.</a:t>
            </a:r>
          </a:p>
          <a:p>
            <a:endParaRPr lang="en-US" sz="2000" dirty="0"/>
          </a:p>
          <a:p>
            <a:r>
              <a:rPr lang="en-US" sz="2000" b="1" u="sng" dirty="0"/>
              <a:t>Limitations of Traditional Systems</a:t>
            </a:r>
          </a:p>
          <a:p>
            <a:r>
              <a:rPr lang="en-US" sz="2000" dirty="0"/>
              <a:t>Paper logs &amp; spreadsheets -&gt; </a:t>
            </a:r>
            <a:r>
              <a:rPr lang="en-US" sz="2000" b="1" dirty="0"/>
              <a:t>easy to alter / lose</a:t>
            </a:r>
          </a:p>
          <a:p>
            <a:r>
              <a:rPr lang="en-US" sz="2000" dirty="0"/>
              <a:t>Manual handoffs -&gt; </a:t>
            </a:r>
            <a:r>
              <a:rPr lang="en-US" sz="2000" b="1" dirty="0"/>
              <a:t>uncertain custody</a:t>
            </a:r>
            <a:endParaRPr lang="en-US" sz="2000" dirty="0"/>
          </a:p>
          <a:p>
            <a:r>
              <a:rPr lang="en-US" sz="2000" dirty="0"/>
              <a:t>Centralized databases -&gt; </a:t>
            </a:r>
            <a:r>
              <a:rPr lang="en-US" sz="2000" b="1" dirty="0"/>
              <a:t>single point of failure</a:t>
            </a:r>
            <a:endParaRPr lang="en-US" sz="2000" dirty="0"/>
          </a:p>
          <a:p>
            <a:r>
              <a:rPr lang="en-US" sz="2000" dirty="0"/>
              <a:t>No cryptographic verification -&gt; </a:t>
            </a:r>
            <a:r>
              <a:rPr lang="en-US" sz="2000" b="1" dirty="0"/>
              <a:t>tampering undetectable</a:t>
            </a:r>
            <a:endParaRPr lang="en-US" sz="2000" dirty="0"/>
          </a:p>
          <a:p>
            <a:r>
              <a:rPr lang="en-US" sz="2000" dirty="0"/>
              <a:t>Limited transparency -&gt; </a:t>
            </a:r>
            <a:r>
              <a:rPr lang="en-US" sz="2000" b="1" dirty="0"/>
              <a:t>hard to audit</a:t>
            </a:r>
            <a:endParaRPr lang="en-US" sz="2000" dirty="0"/>
          </a:p>
          <a:p>
            <a:r>
              <a:rPr lang="en-US" sz="2000" dirty="0"/>
              <a:t>Custody disputes -&gt; </a:t>
            </a:r>
            <a:r>
              <a:rPr lang="en-US" sz="2000" b="1" dirty="0"/>
              <a:t>dismissed cases &amp; wrongful convictions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836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58BD3-6EE2-C26F-A46F-33F6572D0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61" y="204488"/>
            <a:ext cx="7886700" cy="660485"/>
          </a:xfrm>
        </p:spPr>
        <p:txBody>
          <a:bodyPr/>
          <a:lstStyle/>
          <a:p>
            <a:r>
              <a:rPr lang="en-IN" b="1" u="sng" dirty="0"/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FC230-CFC2-0AF9-800D-FD358D062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661" y="1161535"/>
            <a:ext cx="8638917" cy="5015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Blockchain-Powered Chain of Custody</a:t>
            </a:r>
          </a:p>
          <a:p>
            <a:r>
              <a:rPr lang="en-US" dirty="0"/>
              <a:t>Store all evidence actions immutably on </a:t>
            </a:r>
            <a:r>
              <a:rPr lang="en-US" b="1" dirty="0"/>
              <a:t>Hyperledger Fabric</a:t>
            </a:r>
            <a:endParaRPr lang="en-US" dirty="0"/>
          </a:p>
          <a:p>
            <a:r>
              <a:rPr lang="en-US" dirty="0"/>
              <a:t>Enforce access with </a:t>
            </a:r>
            <a:r>
              <a:rPr lang="en-US" b="1" dirty="0"/>
              <a:t>smart-contract–based roles</a:t>
            </a:r>
            <a:endParaRPr lang="en-US" dirty="0"/>
          </a:p>
          <a:p>
            <a:r>
              <a:rPr lang="en-US" dirty="0"/>
              <a:t>Use </a:t>
            </a:r>
            <a:r>
              <a:rPr lang="en-US" b="1" dirty="0"/>
              <a:t>SHA-256 image hashing</a:t>
            </a:r>
            <a:r>
              <a:rPr lang="en-US" dirty="0"/>
              <a:t> for tamper detection</a:t>
            </a:r>
          </a:p>
          <a:p>
            <a:r>
              <a:rPr lang="en-US" dirty="0"/>
              <a:t>Maintain full </a:t>
            </a:r>
            <a:r>
              <a:rPr lang="en-US" b="1" dirty="0"/>
              <a:t>event timeline</a:t>
            </a:r>
            <a:r>
              <a:rPr lang="en-US" dirty="0"/>
              <a:t> (created → check-in → transfer → remove)</a:t>
            </a:r>
          </a:p>
          <a:p>
            <a:pPr marL="0" indent="0">
              <a:buNone/>
            </a:pPr>
            <a:r>
              <a:rPr lang="en-US" b="1" u="sng" dirty="0"/>
              <a:t>Why Blockchain Helps</a:t>
            </a:r>
          </a:p>
          <a:p>
            <a:r>
              <a:rPr lang="en-US" b="1" dirty="0"/>
              <a:t>Immutability:</a:t>
            </a:r>
            <a:r>
              <a:rPr lang="en-US" dirty="0"/>
              <a:t> No one can alter or delete past records</a:t>
            </a:r>
          </a:p>
          <a:p>
            <a:r>
              <a:rPr lang="en-US" b="1" dirty="0"/>
              <a:t>Transparency:</a:t>
            </a:r>
            <a:r>
              <a:rPr lang="en-US" dirty="0"/>
              <a:t> All authorized users see complete history</a:t>
            </a:r>
          </a:p>
          <a:p>
            <a:r>
              <a:rPr lang="en-US" b="1" dirty="0"/>
              <a:t>Decentralization:</a:t>
            </a:r>
            <a:r>
              <a:rPr lang="en-US" dirty="0"/>
              <a:t> No single authority controls evidence</a:t>
            </a:r>
          </a:p>
          <a:p>
            <a:r>
              <a:rPr lang="en-US" b="1" dirty="0"/>
              <a:t>Cryptographic Proof:</a:t>
            </a:r>
            <a:r>
              <a:rPr lang="en-US" dirty="0"/>
              <a:t> Each interaction is digitally signed</a:t>
            </a:r>
          </a:p>
          <a:p>
            <a:r>
              <a:rPr lang="en-US" b="1" dirty="0"/>
              <a:t>Consensus:</a:t>
            </a:r>
            <a:r>
              <a:rPr lang="en-US" dirty="0"/>
              <a:t> Multiple parties validate every action</a:t>
            </a:r>
          </a:p>
          <a:p>
            <a:r>
              <a:rPr lang="en-US" b="1" dirty="0"/>
              <a:t>Legal Strength:</a:t>
            </a:r>
            <a:r>
              <a:rPr lang="en-US" dirty="0"/>
              <a:t> Forensic chain-of-custody becomes defensible in court</a:t>
            </a:r>
          </a:p>
        </p:txBody>
      </p:sp>
    </p:spTree>
    <p:extLst>
      <p:ext uri="{BB962C8B-B14F-4D97-AF65-F5344CB8AC3E}">
        <p14:creationId xmlns:p14="http://schemas.microsoft.com/office/powerpoint/2010/main" val="3384566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D4B4-F3C3-290E-EC7F-1597A09F9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919" y="365127"/>
            <a:ext cx="8206431" cy="685198"/>
          </a:xfrm>
        </p:spPr>
        <p:txBody>
          <a:bodyPr/>
          <a:lstStyle/>
          <a:p>
            <a:r>
              <a:rPr lang="en-IN" b="1" u="sng" dirty="0"/>
              <a:t>Blockchain Network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8933-BA20-6D65-D900-90B464119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919" y="1272746"/>
            <a:ext cx="8206431" cy="490421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Hyperledger Fabric Network</a:t>
            </a:r>
          </a:p>
          <a:p>
            <a:r>
              <a:rPr lang="en-US" b="1" dirty="0"/>
              <a:t>2 Organizations</a:t>
            </a:r>
            <a:endParaRPr lang="en-US" dirty="0"/>
          </a:p>
          <a:p>
            <a:pPr lvl="1"/>
            <a:r>
              <a:rPr lang="en-US" dirty="0"/>
              <a:t>Org1 -&gt; Forensic Lab</a:t>
            </a:r>
          </a:p>
          <a:p>
            <a:pPr lvl="1"/>
            <a:r>
              <a:rPr lang="en-US" dirty="0"/>
              <a:t>Org2 -&gt; Prosecutor’s Office / Court</a:t>
            </a:r>
          </a:p>
          <a:p>
            <a:r>
              <a:rPr lang="en-US" b="1" dirty="0"/>
              <a:t>1 Ordering Service</a:t>
            </a:r>
            <a:r>
              <a:rPr lang="en-US" dirty="0"/>
              <a:t> -&gt; Orders transactions into blocks</a:t>
            </a:r>
          </a:p>
          <a:p>
            <a:r>
              <a:rPr lang="en-US" b="1" dirty="0"/>
              <a:t>Each org has:</a:t>
            </a:r>
            <a:endParaRPr lang="en-US" dirty="0"/>
          </a:p>
          <a:p>
            <a:pPr lvl="1"/>
            <a:r>
              <a:rPr lang="en-US" dirty="0"/>
              <a:t>1 peer node</a:t>
            </a:r>
          </a:p>
          <a:p>
            <a:pPr lvl="1"/>
            <a:r>
              <a:rPr lang="en-US" dirty="0"/>
              <a:t>Its own ledger copy</a:t>
            </a:r>
          </a:p>
          <a:p>
            <a:r>
              <a:rPr lang="en-US" b="1" dirty="0"/>
              <a:t>Channel:</a:t>
            </a:r>
            <a:r>
              <a:rPr lang="en-US" dirty="0"/>
              <a:t> forensic-chainguard</a:t>
            </a:r>
          </a:p>
          <a:p>
            <a:pPr lvl="1"/>
            <a:r>
              <a:rPr lang="en-US" dirty="0"/>
              <a:t>Shared private ledger for evidence chain-of-custody</a:t>
            </a:r>
          </a:p>
          <a:p>
            <a:r>
              <a:rPr lang="en-US" b="1" dirty="0" err="1"/>
              <a:t>Chaincode</a:t>
            </a:r>
            <a:r>
              <a:rPr lang="en-US" b="1" dirty="0"/>
              <a:t>:</a:t>
            </a:r>
            <a:r>
              <a:rPr lang="en-US" dirty="0"/>
              <a:t> chainguard</a:t>
            </a:r>
          </a:p>
          <a:p>
            <a:pPr lvl="1"/>
            <a:r>
              <a:rPr lang="en-US" dirty="0"/>
              <a:t>Handles evidence creation, check-in, transfer, removal</a:t>
            </a:r>
          </a:p>
          <a:p>
            <a:pPr lvl="1"/>
            <a:r>
              <a:rPr lang="en-US" dirty="0"/>
              <a:t>Enforces role-based access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392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33D24-7A65-B544-E2A3-A3AAE9F6C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228" y="270475"/>
            <a:ext cx="7886700" cy="821123"/>
          </a:xfrm>
        </p:spPr>
        <p:txBody>
          <a:bodyPr/>
          <a:lstStyle/>
          <a:p>
            <a:r>
              <a:rPr lang="en-IN" b="1" u="sng" dirty="0"/>
              <a:t>Roles (Application Level)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9A404-DD92-5A10-1596-A6EE124B5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228" y="1272746"/>
            <a:ext cx="8109122" cy="490421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Business Roles (Enforced by Smart Contract)</a:t>
            </a:r>
          </a:p>
          <a:p>
            <a:r>
              <a:rPr lang="en-US" b="1" dirty="0"/>
              <a:t>Forensic Technician (Custodian):</a:t>
            </a:r>
            <a:endParaRPr lang="en-US" dirty="0"/>
          </a:p>
          <a:p>
            <a:pPr lvl="1"/>
            <a:r>
              <a:rPr lang="en-US" dirty="0"/>
              <a:t>Create evidence, check in</a:t>
            </a:r>
          </a:p>
          <a:p>
            <a:r>
              <a:rPr lang="en-US" b="1" dirty="0"/>
              <a:t>Evidence Manager (Admin equivalent):</a:t>
            </a:r>
            <a:endParaRPr lang="en-US" dirty="0"/>
          </a:p>
          <a:p>
            <a:pPr lvl="1"/>
            <a:r>
              <a:rPr lang="en-US" dirty="0"/>
              <a:t>Create, check in, transfer, remove</a:t>
            </a:r>
          </a:p>
          <a:p>
            <a:r>
              <a:rPr lang="en-US" b="1" dirty="0"/>
              <a:t>Viewer / Analyst:</a:t>
            </a:r>
            <a:endParaRPr lang="en-US" dirty="0"/>
          </a:p>
          <a:p>
            <a:pPr lvl="1"/>
            <a:r>
              <a:rPr lang="en-US" dirty="0"/>
              <a:t>Read-only access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666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57D546C-A89C-1DD4-0732-9103F1EB5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217" y="2103437"/>
            <a:ext cx="7886700" cy="1325563"/>
          </a:xfrm>
        </p:spPr>
        <p:txBody>
          <a:bodyPr/>
          <a:lstStyle/>
          <a:p>
            <a:pPr algn="ctr"/>
            <a:r>
              <a:rPr lang="en-US" b="1" u="sng" dirty="0"/>
              <a:t>LIVE DEMO!!</a:t>
            </a:r>
          </a:p>
        </p:txBody>
      </p:sp>
    </p:spTree>
    <p:extLst>
      <p:ext uri="{BB962C8B-B14F-4D97-AF65-F5344CB8AC3E}">
        <p14:creationId xmlns:p14="http://schemas.microsoft.com/office/powerpoint/2010/main" val="2221996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AB1FF-E0E9-08B2-74F3-F384AB3EF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773" y="1334530"/>
            <a:ext cx="8107577" cy="4842433"/>
          </a:xfrm>
        </p:spPr>
        <p:txBody>
          <a:bodyPr/>
          <a:lstStyle/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r>
              <a:rPr lang="en-US" sz="3600" b="1" dirty="0"/>
              <a:t>THANK YOU!!!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OPEN FOR QUESTIONS</a:t>
            </a:r>
          </a:p>
        </p:txBody>
      </p:sp>
    </p:spTree>
    <p:extLst>
      <p:ext uri="{BB962C8B-B14F-4D97-AF65-F5344CB8AC3E}">
        <p14:creationId xmlns:p14="http://schemas.microsoft.com/office/powerpoint/2010/main" val="2495634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79715-AFD0-6F58-4FAC-7C83B97C2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919" y="160638"/>
            <a:ext cx="8206431" cy="902043"/>
          </a:xfrm>
        </p:spPr>
        <p:txBody>
          <a:bodyPr/>
          <a:lstStyle/>
          <a:p>
            <a:r>
              <a:rPr lang="en-US" b="1" u="sng" dirty="0"/>
              <a:t>BACKUP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827815-E80D-3B4A-9F78-510ACF8CE8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0056" y="1669256"/>
            <a:ext cx="53848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34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</TotalTime>
  <Words>353</Words>
  <Application>Microsoft Macintosh PowerPoint</Application>
  <PresentationFormat>On-screen Show (4:3)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Team Members </vt:lpstr>
      <vt:lpstr>Objective</vt:lpstr>
      <vt:lpstr>Our Solution</vt:lpstr>
      <vt:lpstr>Blockchain Network Architecture</vt:lpstr>
      <vt:lpstr>Roles (Application Level)</vt:lpstr>
      <vt:lpstr>LIVE DEMO!!</vt:lpstr>
      <vt:lpstr>PowerPoint Presentation</vt:lpstr>
      <vt:lpstr>BACKUP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sschetanareddy</dc:creator>
  <cp:keywords/>
  <dc:description>generated using python-pptx</dc:description>
  <cp:lastModifiedBy>Ashish Nadadur Chakravarthi (Student)</cp:lastModifiedBy>
  <cp:revision>70</cp:revision>
  <dcterms:created xsi:type="dcterms:W3CDTF">2013-01-27T09:14:16Z</dcterms:created>
  <dcterms:modified xsi:type="dcterms:W3CDTF">2025-12-04T21:01:35Z</dcterms:modified>
  <cp:category/>
</cp:coreProperties>
</file>